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9E1D8-5B3F-4E0E-AD35-42F5D352D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E404BB-B690-469A-AA0D-BA58CB7BC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54063A-E2FA-4CB3-9FC3-069D1C450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A90C-7174-4BB5-BAE3-BBC84F21CAC8}" type="datetimeFigureOut">
              <a:rPr lang="en-HK" smtClean="0"/>
              <a:t>20/2/2023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0251B8-C468-4FE6-AC4F-592BCB8F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8123E8-4C0A-4DC0-A80F-FCE1162CF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41960-B2B6-48E3-B9E5-FAC21B1B2FC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9253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23FC69-5BE2-451A-A8E3-FDCF339A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05AC03-AB1B-42B5-B11D-31A5A7FEF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E8334B-6BD5-4308-9FA7-9247BB9E3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A90C-7174-4BB5-BAE3-BBC84F21CAC8}" type="datetimeFigureOut">
              <a:rPr lang="en-HK" smtClean="0"/>
              <a:t>20/2/2023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6476DB-DDFA-4B49-9573-D5C9B952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FA9040-EE5D-4B45-BBBF-11929D2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41960-B2B6-48E3-B9E5-FAC21B1B2FC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5598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AF6BDF-1DFD-4937-A3DE-58F671C92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9BA35D-5B99-4327-9A59-6EE0C79A0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44CC4C-EC15-49C6-9D50-94A2390AA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A90C-7174-4BB5-BAE3-BBC84F21CAC8}" type="datetimeFigureOut">
              <a:rPr lang="en-HK" smtClean="0"/>
              <a:t>20/2/2023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8216DC-D7F0-4941-8B93-DE202704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D6B374-F631-43BB-A653-0BCEC872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41960-B2B6-48E3-B9E5-FAC21B1B2FC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26532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0D0E1-C38F-49E6-AFA4-4324227B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79C281-4481-4BC5-A338-FD95ABA2AF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8F2050-1FC5-461C-BA3F-C09450DBC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2E8B6F-2BAE-413C-9585-B6B310D7F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A90C-7174-4BB5-BAE3-BBC84F21CAC8}" type="datetimeFigureOut">
              <a:rPr lang="en-HK" smtClean="0"/>
              <a:t>20/2/2023</a:t>
            </a:fld>
            <a:endParaRPr lang="en-HK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2FC32D-DE2E-4ABB-BE1D-D103FDA77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C5AF86-0BCD-43F9-9013-C7C9D260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41960-B2B6-48E3-B9E5-FAC21B1B2FC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349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7AF99-95B7-406C-BB9D-F718A8037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13FF8C-9DAD-46F2-8A12-88C724223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6CCE32-42AF-4345-AC50-CF2E8BE26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19F33F-6CC1-47A7-B9F0-6C88D4580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19CB17-1034-47B0-BFAF-63C47B0439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0B6C82-AC34-49AC-BA49-1514EDEE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A90C-7174-4BB5-BAE3-BBC84F21CAC8}" type="datetimeFigureOut">
              <a:rPr lang="en-HK" smtClean="0"/>
              <a:t>20/2/2023</a:t>
            </a:fld>
            <a:endParaRPr lang="en-HK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321FD21-39E4-4135-B4D0-EDBF31339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D19C777-D114-4D9C-9410-7C043E6F9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41960-B2B6-48E3-B9E5-FAC21B1B2FC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01141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FE7215-D4AD-4421-B070-230E03B85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84D3AC-1CF2-4178-A705-A40B03411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A90C-7174-4BB5-BAE3-BBC84F21CAC8}" type="datetimeFigureOut">
              <a:rPr lang="en-HK" smtClean="0"/>
              <a:t>20/2/2023</a:t>
            </a:fld>
            <a:endParaRPr lang="en-HK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FA0923-65C0-4EF3-BE05-8B0CD409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56B252-53BC-4D61-AEEA-ABD8D51F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41960-B2B6-48E3-B9E5-FAC21B1B2FC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2388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D59F1E-6CEF-48A8-AEDC-1CB12C34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A90C-7174-4BB5-BAE3-BBC84F21CAC8}" type="datetimeFigureOut">
              <a:rPr lang="en-HK" smtClean="0"/>
              <a:t>20/2/2023</a:t>
            </a:fld>
            <a:endParaRPr lang="en-HK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4FABBC-3ED8-44D3-9AFA-E52878ED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9AFAA-8EAF-4305-A4C1-F6FF7BC4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41960-B2B6-48E3-B9E5-FAC21B1B2FC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41363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D20EB-E671-4DFA-8A1D-67DDEB67A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E228F3-FC77-490F-960E-8DFCA9738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030CA5-8123-4125-B32D-6E95C597D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CB6986-0B32-40ED-803B-D1522CF35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A90C-7174-4BB5-BAE3-BBC84F21CAC8}" type="datetimeFigureOut">
              <a:rPr lang="en-HK" smtClean="0"/>
              <a:t>20/2/2023</a:t>
            </a:fld>
            <a:endParaRPr lang="en-HK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706B36-82F5-49F1-97A0-C07FFB428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046CD4-78AA-49C9-8D8B-A61A98B05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41960-B2B6-48E3-B9E5-FAC21B1B2FC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8299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A5648-9F81-418A-83A4-8505E94BE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E9CB10A-B962-492A-99BC-65FDDC769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AE14F0-EBAF-4439-8FA5-ABDF67D25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A5EC29-69ED-4C04-B58E-1B4211398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A90C-7174-4BB5-BAE3-BBC84F21CAC8}" type="datetimeFigureOut">
              <a:rPr lang="en-HK" smtClean="0"/>
              <a:t>20/2/2023</a:t>
            </a:fld>
            <a:endParaRPr lang="en-HK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188A20-39E9-4875-8B79-30A698E0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D67AB3-21E4-4C13-A558-90BFA6AA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41960-B2B6-48E3-B9E5-FAC21B1B2FC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1284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43A4E6-C883-4929-A38E-AA07AF714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F02ADA-C2C4-44EB-9339-7A03879C8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9BB5A6-8066-4141-B66F-2B8D9DA3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A90C-7174-4BB5-BAE3-BBC84F21CAC8}" type="datetimeFigureOut">
              <a:rPr lang="en-HK" smtClean="0"/>
              <a:t>20/2/2023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79D0D2-F625-4864-8C75-C6E506BA9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688E9C-52DE-4447-A453-D116B458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41960-B2B6-48E3-B9E5-FAC21B1B2FC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919015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AA12067-BE40-49A3-AB71-737FFBAE2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722158-08B3-413C-AC11-DA84FD4B7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0C967F-7ED7-4026-94F5-D1E7B95E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4A90C-7174-4BB5-BAE3-BBC84F21CAC8}" type="datetimeFigureOut">
              <a:rPr lang="en-HK" smtClean="0"/>
              <a:t>20/2/2023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FA4666-F43A-410B-95E8-169CB8DD4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FE49AA-5727-441A-A218-1E57CC74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41960-B2B6-48E3-B9E5-FAC21B1B2FC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18744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E8D07D0-A6F2-4718-ABED-58055E3ED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HK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27A3AF-0008-4518-AD16-76BA6003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HK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B0D9AB-5FB6-45FB-BA70-F1F784A00A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4A90C-7174-4BB5-BAE3-BBC84F21CAC8}" type="datetimeFigureOut">
              <a:rPr lang="en-HK" smtClean="0"/>
              <a:t>20/2/2023</a:t>
            </a:fld>
            <a:endParaRPr lang="en-HK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C6174-1BD9-46EE-9AC9-851A7B3C8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0E5FE-54C9-4B46-AE69-2F633251B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41960-B2B6-48E3-B9E5-FAC21B1B2FCC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54236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FA506AE-426D-4EE8-8239-7A9E7A511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320304"/>
              </p:ext>
            </p:extLst>
          </p:nvPr>
        </p:nvGraphicFramePr>
        <p:xfrm>
          <a:off x="432216" y="562427"/>
          <a:ext cx="11114207" cy="5733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8022">
                  <a:extLst>
                    <a:ext uri="{9D8B030D-6E8A-4147-A177-3AD203B41FA5}">
                      <a16:colId xmlns:a16="http://schemas.microsoft.com/office/drawing/2014/main" val="6832189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65290889"/>
                    </a:ext>
                  </a:extLst>
                </a:gridCol>
                <a:gridCol w="6552185">
                  <a:extLst>
                    <a:ext uri="{9D8B030D-6E8A-4147-A177-3AD203B41FA5}">
                      <a16:colId xmlns:a16="http://schemas.microsoft.com/office/drawing/2014/main" val="242337648"/>
                    </a:ext>
                  </a:extLst>
                </a:gridCol>
              </a:tblGrid>
              <a:tr h="1063977">
                <a:tc>
                  <a:txBody>
                    <a:bodyPr/>
                    <a:lstStyle/>
                    <a:p>
                      <a:r>
                        <a:rPr lang="en-US" altLang="zh-CN" sz="2200" b="1" i="0" dirty="0">
                          <a:latin typeface="Helvetica Light" panose="020B0403020202020204" pitchFamily="34" charset="0"/>
                        </a:rPr>
                        <a:t>Type of Assessment</a:t>
                      </a:r>
                      <a:endParaRPr lang="en-US" sz="2200" b="1" i="0" dirty="0">
                        <a:latin typeface="Helvetica Light" panose="020B0403020202020204" pitchFamily="34" charset="0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altLang="zh-CN" sz="2200" b="1" i="0" dirty="0">
                          <a:latin typeface="Helvetica Light" panose="020B0403020202020204" pitchFamily="34" charset="0"/>
                        </a:rPr>
                        <a:t>Weighting</a:t>
                      </a:r>
                      <a:endParaRPr lang="en-US" sz="2200" b="1" i="0" dirty="0">
                        <a:latin typeface="Helvetica Light" panose="020B0403020202020204" pitchFamily="34" charset="0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altLang="zh-CN" sz="2200" b="1" i="0" dirty="0">
                          <a:latin typeface="Helvetica Light" panose="020B0403020202020204" pitchFamily="34" charset="0"/>
                        </a:rPr>
                        <a:t>Description of Assessment Tasks</a:t>
                      </a:r>
                      <a:endParaRPr lang="en-US" sz="2200" b="1" i="0" dirty="0">
                        <a:latin typeface="Helvetica Light" panose="020B0403020202020204" pitchFamily="34" charset="0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883904154"/>
                  </a:ext>
                </a:extLst>
              </a:tr>
              <a:tr h="1199042"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latin typeface="+mn-lt"/>
                        </a:rPr>
                        <a:t>Workshop Assignments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+mn-lt"/>
                        </a:rPr>
                        <a:t>20%</a:t>
                      </a:r>
                      <a:endParaRPr lang="en-US" sz="2000" b="0" i="0" dirty="0">
                        <a:latin typeface="+mn-lt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dirty="0">
                          <a:latin typeface="+mn-lt"/>
                        </a:rPr>
                        <a:t>Individual Workshop Assignments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measure students' ability to use the technologies taught in this course. It will also test and reward students’ problem-solving capabilities and coding styles.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(With 5% as Attendance)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838928009"/>
                  </a:ext>
                </a:extLst>
              </a:tr>
              <a:tr h="1158565"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latin typeface="+mn-lt"/>
                        </a:rPr>
                        <a:t>Group Term Paper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latin typeface="+mn-lt"/>
                        </a:rPr>
                        <a:t>25%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 paper to assess the students’ capability of  literature review of key AI technology and the training of their technical writing skill. </a:t>
                      </a:r>
                      <a:endParaRPr lang="en-US" sz="1800" b="0" i="0" dirty="0">
                        <a:latin typeface="+mn-lt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397206768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+mn-lt"/>
                        </a:rPr>
                        <a:t>Quizzes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+mn-lt"/>
                        </a:rPr>
                        <a:t>15%</a:t>
                      </a:r>
                      <a:endParaRPr lang="en-US" sz="2000" b="0" i="0" dirty="0">
                        <a:latin typeface="+mn-lt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quizzes to assess the major learning outcomes achieved by the students.</a:t>
                      </a:r>
                      <a:endParaRPr lang="en-US" altLang="zh-CN" sz="1800" b="0" i="0" dirty="0">
                        <a:latin typeface="+mn-lt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727195790"/>
                  </a:ext>
                </a:extLst>
              </a:tr>
              <a:tr h="1199042"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latin typeface="+mn-lt"/>
                        </a:rPr>
                        <a:t>Group Project 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+mn-lt"/>
                        </a:rPr>
                        <a:t>40%</a:t>
                      </a:r>
                      <a:endParaRPr lang="en-US" sz="2000" b="0" i="0" dirty="0">
                        <a:latin typeface="+mn-lt"/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 program project (with presentation) to assess students’ capability by applying the concepts and skills learnt from the course to implement AI applications. </a:t>
                      </a:r>
                      <a:endParaRPr lang="en-US" sz="1800" b="0" i="0" dirty="0">
                        <a:latin typeface="+mn-lt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2043036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39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126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Helvetica Light</vt:lpstr>
      <vt:lpstr>等线</vt:lpstr>
      <vt:lpstr>等线 Light</vt:lpstr>
      <vt:lpstr>Arial</vt:lpstr>
      <vt:lpstr>Calibri</vt:lpstr>
      <vt:lpstr>Calibri Light</vt:lpstr>
      <vt:lpstr>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Raymond Lee</dc:creator>
  <cp:lastModifiedBy>UIC</cp:lastModifiedBy>
  <cp:revision>3</cp:revision>
  <dcterms:created xsi:type="dcterms:W3CDTF">2022-11-02T02:56:08Z</dcterms:created>
  <dcterms:modified xsi:type="dcterms:W3CDTF">2023-02-20T00:25:10Z</dcterms:modified>
</cp:coreProperties>
</file>